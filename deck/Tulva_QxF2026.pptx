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a:p/>
          <a:p>
            <a:r>
              <a:t>Q&amp;A only (not spoken): "flood levels" = river flow (discharge) over each gauge's 1-in-10 level, not damage. Four = Ivalo, Kittilä, Rovaniemi, Tornio over their 1-in-10 level (the map's filled dots); Ivalo, Kittilä and Rovaniemi also passed their 1-in-50 level. "Warned us" = the North's 1 March snow was in its top 15 % (87th percentile): an in-sample back-test, not a forecast we made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(0:12–0:24)]</a:t>
            </a:r>
          </a:p>
          <a:p>
            <a:r>
              <a:t>Rivers in one region share ONE snowpack, so they flood TOGETHER: almost FOUR times more often than chance. [pause] Insurers buy cover in autumn, BEFORE the snow.</a:t>
            </a:r>
          </a:p>
          <a:p/>
          <a:p>
            <a:r>
              <a:t>Q&amp;A only (not spoken): 10 of 65 springs (15.4 %, 90 % interval 9–24 %) had ≥4 of 14 areas over 1-in-10; chance on the same gauge-years 3.9 % (3.9×). If all 14 gauges had reported every year, chance would be 4.4 % (3.5×).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a:p/>
          <a:p>
            <a:r>
              <a:t>Q&amp;A only (not spoken): a model comparison, not "the rule implies a price": expected loss 1.96 % of the limit a year (year-bootstrap 90 %: 1.6–2.2 %) vs 1.11 % for a model with one correlation of 0.27, the mean of the 2027 Finnish 19-zone flood matrix (1.77×). We used the 19-zone mean, not the Lapland zones' own entries (the repo has neither the entries nor the zone-to-region map). ≈5× only against independence (0.38 %). "Triples" = 6.4 % after a top-15 % snow March vs the autumn (normal) 1.96 % (3.3×, 90 %: 2.1–4.4×): snowy vs NORMAL, for the 5-river cover. Not the same as slide 6's 3.05× (snowy vs LOW snow, two-river pair on chip; snowy vs normal there is 1.51× chip / 1.55× exact). The product pays the full limit at ≥2; a staged payout is only a variant. The cover is priced in autumn; in March the insurer buys a top-up / second-layer cover if it wants one, staffs claims in the regions at risk and uses the number in its ORSA. Market price (2.5–3.5× expected loss): 4.9–6.9 % rate on line, ≈ €49–69k a year per €1M of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(0:38–1:22),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(1:22–1:35)]</a:t>
            </a:r>
          </a:p>
          <a:p>
            <a:r>
              <a:t>Each qubit is the wet spring or a river; the gates ARE our model. Why quantum? Twice the accuracy costs sampling four times the runs; amplitude estimation, only twice.</a:t>
            </a:r>
          </a:p>
          <a:p/>
          <a:p>
            <a:r>
              <a:t>Q&amp;A only (not spoken): method = quantum amplitude estimation (QAE), in its maximum-likelihood form (MLAE): Grover powers k = 0, 1, 2, no phase estimation, plus noise-aware calibration on hardware. The figure is the circuit we ran (instance A3_kittila_ivalo_both in scripts/run_hw.py, drawn by scripts/qae_circuit_figure.py): A = RY on the wet-spring qubit, RY + controlled-RY on each river qubit (angles 2·arcsin(√p) from the model); CZ marks "both flood"; one Grover step = A† · reflect about |000⟩ · A. On an ideal simulator: 0.125 % (exact 0.125 %), ±0.011 pp vs Monte Carlo ±0.027 pp at the same 16,000 oracle queries (≈2.5× tighter). "Only twice" is the ideal scaling (error ∝ 1/N vs 1/√N); our shallow k = 0–2 runs do not reach it on today's chips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(1:35–1:39)]</a:t>
            </a:r>
          </a:p>
          <a:p>
            <a:r>
              <a:t>On the IQM chip, the snow signal SURVIVES the noise.</a:t>
            </a:r>
          </a:p>
          <a:p/>
          <a:p>
            <a:r>
              <a:t>Q&amp;A only (not spoken): the two-river core is a North-cluster pair with identical loadings and 1-in-50 trigger, not Kittilä and Ivalo specifically. The 3.05× is IQM Emerald (calibrated, 90 %: 2.6–3.6). The simplified 14-river model (two-level, 18 qubits, sampling only) ran on IQM's Emerald and Q50. Method: calibrated sampling plus shallow amplitude estimation (Grover steps k = 0–2). Signal kept at k = 1 in the runs shown: Emerald 0.56–0.59, IBM / Garnet 0.77–0.78, VTT Q50 0.12–0.19 (earlier runs 0.65–0.88), so the estimate is mostly the calibrated k = 0 circuit. VTT Q50 (via LUMI): three repeats gave 0.11–0.53 % vs exact 0.125 %; calibration not yet stable, k = 1 keeps only 0.12–0.19 of the signal. It is the fourth computer we ran on, not a headline result (QA.md).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(1:39–1:48)]</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(1:48–2:18)]</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a:p/>
          <a:p>
            <a:r>
              <a:t>Q&amp;A only (not spoken): premium per €10M North layer ≈ €0.5–0.7M a year (model × 2.5–3.5 market multiple) goes insurer → reinsurer; the licence goes insurer → Tulva (the reinsurer pays Tulva nothing). "The regulator's formula" = the 2027 Solvency II standard formula; "their own model" = an approved internal model (If: Sampo's partial internal model; we don't claim OP uses one). Year 3 = 3–6 insurers × €75k (assumption); Nordic snowmelt upside unsized (assumption). We'd like to pilot with OP; there is no agreement. Basis risk (1-in-10 back-test): paid in loss springs 1966, 2005, 2018; missed Ostrobothnia 2012–13 and 2024 (snow flag on, index silent) and Lapland 2020; since 2005 also paid in 2015, 2023 and 2024 in the North with no recorded Lapland loss. At the 1-in-50 product level: paid 1966 and 2005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(2:18–2:31)]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