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(0:12–0:28)]</a:t>
            </a:r>
          </a:p>
          <a:p>
            <a:r>
              <a:t>Rivers in one region share ONE snowpack, so they flood TOGETHER: big flood springs come almost FOUR times more often than if each river flooded alone.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(0:28–0:42)]</a:t>
            </a:r>
          </a:p>
          <a:p>
            <a:r>
              <a:t>Our index pays when SEVERAL northern rivers flood TOGETHER. The real cost is almost TWICE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(0:42–1:27),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(1:27–1:40)]</a:t>
            </a:r>
          </a:p>
          <a:p>
            <a:r>
              <a:t>Each qubit is a river or the weather; the gates ARE our flood model. Why quantum? Twice the accuracy: normal simulation needs four times the work, quantum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(1:40–1:47)]</a:t>
            </a:r>
          </a:p>
          <a:p>
            <a:r>
              <a:t>And it holds on a REAL quantum chip.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(1:47–1:56)]</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(1:56–2:28)]</a:t>
            </a:r>
          </a:p>
          <a:p>
            <a:r>
              <a:t>Our customers: insurers like OP and If. In March, two months before the melt, our index tells them how risky this spring is, so they can buy extra cover IN TIME. They pay US 25 thousand to pilot, then 75 thousand a year. From 2027, capital rules assume the SAME flood risk every year, whatever the snow. Our ask: one insurer's claims data for eight weeks, to test the index against REAL losses.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(2:28–2:41)]</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074920"/>
            <a:ext cx="11094415" cy="1234440"/>
          </a:xfrm>
          <a:prstGeom prst="roundRect">
            <a:avLst>
              <a:gd name="adj" fmla="val 10000"/>
            </a:avLst>
          </a:prstGeom>
          <a:solidFill>
            <a:srgbClr val="0B1F3A"/>
          </a:solidFill>
          <a:ln>
            <a:noFill/>
          </a:ln>
          <a:effectLst/>
        </p:spPr>
        <p:txBody>
          <a:bodyPr rtlCol="0" anchor="ctr"/>
          <a:lstStyle/>
          <a:p>
            <a:pPr algn="ctr"/>
          </a:p>
        </p:txBody>
      </p:sp>
      <p:sp>
        <p:nvSpPr>
          <p:cNvPr id="18" name="TextBox 17"/>
          <p:cNvSpPr txBox="1"/>
          <p:nvPr/>
        </p:nvSpPr>
        <p:spPr>
          <a:xfrm>
            <a:off x="914400" y="5074920"/>
            <a:ext cx="10545775" cy="123444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8 weeks of one insurer's claims data, to test on real losses.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